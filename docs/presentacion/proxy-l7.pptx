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solidFill>
              <a:srgbClr val="0B6E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HTTPS c100</c:v>
                  </c:pt>
                  <c:pt idx="1">
                    <c:v>HTTPS c200</c:v>
                  </c:pt>
                  <c:pt idx="2">
                    <c:v>HTTPS c400</c:v>
                  </c:pt>
                  <c:pt idx="3">
                    <c:v>HTTP c200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223705</c:v>
                </c:pt>
                <c:pt idx="1">
                  <c:v>213565</c:v>
                </c:pt>
                <c:pt idx="2">
                  <c:v>172075</c:v>
                </c:pt>
                <c:pt idx="3">
                  <c:v>337904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00"/>
          <c:min val="0"/>
        </c:scaling>
        <c:delete val="0"/>
        <c:axPos val="b"/>
        <c:majorGridlines>
          <c:spPr>
            <a:ln w="9525" cap="flat">
              <a:solidFill>
                <a:srgbClr val="E9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L7 · C11 · epoll/kqueue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09728" cy="2103120"/>
          </a:xfrm>
          <a:prstGeom prst="rect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SISTEMAS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inverso L7 de alto rendimiento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sin frameworks · epoll / kqueue · TLS con SNI · recarga en caliente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Benchmark · Coste de generarlo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Uval · 26 de septiembre de 2026 · MR !1 (feat/proxy-l7)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7 líneas de requisitos a una especificación verificable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pedía el enunciado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nivel 7 en C, epoll / kqueue / IOCP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 por nombre de dominio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entradas (puertos), n salidas por dominio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o balanceo por indicadores de carga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HTTP/1.1 · recarga automática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 Meson, tests con dominios reales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50.000 peticiones por segundo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acordó (12 preguntas)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IOCP fuera de alcance; Linux + macOS/BSD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obligatorio con SNI, y 50k req/s sobre HTTPS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informada por el backend: X-Backend-Load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vigilando el fichero y por SIGHUP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en ambos lados + pipelining, chunked, WebSocket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con curl --resolve (sin sudo)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SPEC.md + 64 requerimientos (54 RF, 10 RNF)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N workers, un event loop por worker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15087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6F2F1"/>
          </a:solidFill>
          <a:ln w="15875">
            <a:solidFill>
              <a:srgbClr val="0B6E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508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config · vigila fichero · SIGHUP · relanza workers · stats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74320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E6F2F1"/>
          </a:solidFill>
          <a:ln w="15875">
            <a:solidFill>
              <a:srgbClr val="0B6E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743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(1 hilo)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hilo de health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hilo de log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32120" y="274320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E6F2F1"/>
          </a:solidFill>
          <a:ln w="15875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2743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N-1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(1 hilo)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hilo de health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hilo de log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17520" y="46634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46634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compartida (mmap)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atómicos + tabla de servidores (seqlock)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78240" y="21031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103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0" y="31546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154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78240" y="420624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4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206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286000" y="3291840"/>
            <a:ext cx="73152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7772400" y="2468880"/>
            <a:ext cx="1005840" cy="73152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3520440"/>
            <a:ext cx="1005840" cy="914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3840480"/>
            <a:ext cx="1005840" cy="6858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0" y="2468880"/>
            <a:ext cx="1280160" cy="274320"/>
          </a:xfrm>
          <a:prstGeom prst="line">
            <a:avLst/>
          </a:prstGeom>
          <a:noFill/>
          <a:ln w="19050">
            <a:solidFill>
              <a:srgbClr val="0B6E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94960" y="2468880"/>
            <a:ext cx="1280160" cy="274320"/>
          </a:xfrm>
          <a:prstGeom prst="line">
            <a:avLst/>
          </a:prstGeom>
          <a:noFill/>
          <a:ln w="19050">
            <a:solidFill>
              <a:srgbClr val="0B6E6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10312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SO_REUSEPORT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2668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keep-alive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un fallo en un worker no tumba el proxy; el master lo relanza. En macOS/BSD el master pasa los sockets a los workers por SCM_RIGHTS.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loop: edge-triggered sin perder eventos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por fd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EPOLLET / EV_CLEAR con lectura + escritura, una sola vez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rd/wr: "¿el último intento dio EAGAIN?"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epoll_ctl(MOD) por cambio de estado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sess_drive()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→ procesar → E/S backend → procesar → escribir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mientras haya progreso: nunca queda trabajo sin evento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32 vueltas y replanificación: nadie acapara el loop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y memoria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perezoso: refrescar un timeout cuesta O(1)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diferida: sin use-after-free con eventos del mismo lote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mmap de buffers de 16 KB: 0 buffers por conexión ociosa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correcto por construcción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por cabecera completa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busca \r\n\r\n recordando lo escaneado; tolera cualquier fragmentación, sin copias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Cuerpos en streaming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 buffers de 16 KB por conexión; la contrapresión es natural (10 MB de subida → 13 MB RSS)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request smuggling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rechaza CL+TE, CL duplicados y obs-fold; nunca quita el encuadre aunque lo pida Connection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en serie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orden de respuestas garantizado sin colas; cada petición puede ir a otro backend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acotado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 si la petición es idempotente, sin cuerpo, en una conexión reutilizada y sin un byte de respuesta. Un POST nunca se reintenta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con SNI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SSL_CTX por certificado; wildcard de una etiqueta (RFC 6125); 421 si SNI ≠ Host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·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Balanceo, salud y recarga sin cortes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least_load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X-Backend-Load (0-1) en cada respuesta, eliminada hacia el cliente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α=0,3 y caducidad de 5 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two choices: evita que todos los workers ataquen al mismo servidor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Pasiva: fallos de connect/reset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Activa: sondas TCP/HTTP en un hilo por generación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atómico; sin health activo, reintento half-open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64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(RCU)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084832"/>
            <a:ext cx="32461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inotify sobre el directorio: cubre vim y sed -i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master valida y envía el texto a los workers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Generaciones con refcount: las peticiones en vuelo terminan con la config vieja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de extremo a extremo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(cmocka)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de integración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de ASan / UBSan / LSan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600200"/>
            <a:ext cx="269748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7647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3317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(-Wall -Wextra -Wpedantic)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reales que encontraron los tests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del event loop atrasado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tras un rato ocioso, los deadlines nacían vencidos → 408/504 espurios. Corregido, con test de regresión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least_load inestable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desempate aleatorio; ahora se explora primero el servidor sin carga conocida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pruebas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corrompía cuerpos grandes al rebobinar el buffer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50.000 req/s HTTPS: superada ×3,4 – ×4,5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223.705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213.565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4,78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337.904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80960" y="370332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errores</a:t>
            </a:r>
            <a:pPr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28,5 M peticiones (todas 2xx). Solo 816 conexiones a los backends gracias al pool keep-alive.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Ryzen 7 7735HS (16 hilos) en WSL2 · 8 workers · release + LTO · respuesta de 100 B · 30 s por escenario · wrk, proxy y backends en la misma máquina (cota inferior).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CLAUDE OPUS 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generarlo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$22,67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equivalente a precios de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57,6 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entrada (99 % desde caché)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647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salida (código, docs y razonamiento)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600200"/>
            <a:ext cx="2697480" cy="73152"/>
          </a:xfrm>
          <a:prstGeom prst="rect">
            <a:avLst/>
          </a:prstGeom>
          <a:solidFill>
            <a:srgbClr val="0B6E69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7647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09 min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33172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sesión, de la spec al GitHub público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 de caché (contexto reutilizado)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57,2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$0,20/M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generada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$20,00/M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de caché (TTL 1 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$8,00/M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6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589520" y="3154680"/>
            <a:ext cx="4069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obtuvo por ese coste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9.300 líneas de C y scripts, 127 pruebas, benchmark, 2 PDF, esta presentación, MR y repo publicado.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humana: 12 respuestas de diseño, instalar dependencias (sudo) y autenticarse en GitLab/GitHub.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plan Claude Max no se factura por token: la cifra es la referencia a precios de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6F2F1"/>
          </a:solidFill>
          <a:ln w="12700">
            <a:solidFill>
              <a:srgbClr val="0B6E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completo y verificado en Linux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!1 con 4 commits temáticos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manual de usuario (PDF)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reproducible: bench/bench_proxy.sh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requerimiento → test (docs/verificacion.md)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4E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642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/ limitaciones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084832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macOS/BSD (kqueue: solo sintaxis comprobada)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demo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HTTP/1.0 recibe chunked sin convertir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nº de workers requiere reiniciar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upstream_connect sin test automático (en loopback un connect rechazado falla al instante)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Proxy inverso L7 en C11 — epoll/kqueue</dc:title>
  <dc:subject>PptxGenJS Presentation</dc:subject>
  <dc:creator>Gustavo Uval</dc:creator>
  <cp:lastModifiedBy>Gustavo Uval</cp:lastModifiedBy>
  <cp:revision>1</cp:revision>
  <dcterms:created xsi:type="dcterms:W3CDTF">2026-09-26T23:54:14Z</dcterms:created>
  <dcterms:modified xsi:type="dcterms:W3CDTF">2026-09-26T23:54:14Z</dcterms:modified>
</cp:coreProperties>
</file>